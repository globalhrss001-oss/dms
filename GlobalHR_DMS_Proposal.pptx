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__Users_antth_AppData_Roaming_Cursor_User_workspaceStorage_empty-window_images_logo-30c9e653-3535-4f2b-a0f0-5bb94ae67e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7" y="822960"/>
            <a:ext cx="4389120" cy="1575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926080"/>
            <a:ext cx="10360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22293B"/>
                </a:solidFill>
                <a:latin typeface="Calibri"/>
              </a:rPr>
              <a:t>Document Management System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1B75BB"/>
                </a:solidFill>
                <a:latin typeface="Calibri"/>
              </a:rPr>
              <a:t>A secure, searchable document platform for the recruitment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015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5A5A5A"/>
                </a:solidFill>
                <a:latin typeface="Calibri"/>
              </a:rPr>
              <a:t>Proposal prepared for Global HR Staffing Services Pte., Ltd.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Prepared by [EDIT: Your Name / Company]   |   [EDIT: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109728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293B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1.   The challenge today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2.   The proposed solution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3.   How it works (architecture)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4.   Key features &amp; benefits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5.   Technology &amp; security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6.   Project phases &amp; timeline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7.   Investment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8.  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Global HR Staffing Services Pte., Ltd.  |  DMS Proposal (Confidential)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109728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293B"/>
                </a:solidFill>
                <a:latin typeface="Calibri"/>
              </a:rPr>
              <a:t>The Challenge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B75BB"/>
                </a:solidFill>
                <a:latin typeface="Calibri"/>
              </a:rPr>
              <a:t>Recruitment runs on documents — and documents are hard to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Thousands of CVs, contracts and compliance documents scattered across folders, drives and email.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Finding the right document quickly is slow and frustrating.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No automatic tracking of expiring compliance documents (e.g. work passes, contracts).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Files can be lost or orphaned when staff leave the company.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No audit trail of who accessed what — a data-protection / compliance risk.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Hard to scale as candidate and client volumes grow.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Global HR Staffing Services Pte., Ltd.  |  DMS Proposal (Confidential)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109728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293B"/>
                </a:solidFill>
                <a:latin typeface="Calibri"/>
              </a:rPr>
              <a:t>The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B75BB"/>
                </a:solidFill>
                <a:latin typeface="Calibri"/>
              </a:rPr>
              <a:t>One secure web app for every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A custom web application that centralises every document in one secure place.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Powerful search &amp; filtering by candidate, job, client and document type.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Automatic expiry alerts so compliance deadlines are never missed.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Role-based access — admins and recruiters see only what they should.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Full audit log of every upload, view and download.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Files remain browsable directly in company-owned Google Drive as a familiar fallback.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Global HR Staffing Services Pte., Ltd.  |  DMS Proposal (Confidential)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109728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293B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B75BB"/>
                </a:solidFill>
                <a:latin typeface="Calibri"/>
              </a:rPr>
              <a:t>A proven, enterprise-grade Google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77440"/>
            <a:ext cx="3108960" cy="155448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108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Web App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Browser dashboard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Login • upload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search • alerts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377440"/>
            <a:ext cx="3108960" cy="155448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514600"/>
            <a:ext cx="3108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Firebase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Auth + Firestore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Cloud Functions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(secure bridge)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2377440"/>
            <a:ext cx="3108960" cy="155448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514600"/>
            <a:ext cx="3108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Google Drive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Business Standard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Shared Drive (2TB+)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actual PDF / CV files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40480" y="2971800"/>
            <a:ext cx="41148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452360" y="2971800"/>
            <a:ext cx="41148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Calibri"/>
              </a:rPr>
              <a:t>Staff log in to a clean web dashboard. Document details live in Firebase for instant search; the files themselves are stored safely in your company-owned Google Workspace Drive. Everything is secure, tracked and scalable — and staff can still open the Drive folders directly.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Global HR Staffing Services Pte., Ltd.  |  DMS Proposal (Confidential)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109728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293B"/>
                </a:solidFill>
                <a:latin typeface="Calibri"/>
              </a:rPr>
              <a:t>Key Features &amp; Benefits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 marL="109728" marR="91440" marT="27432" marB="27432">
                    <a:solidFill>
                      <a:srgbClr val="2E31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Benefit to Global HR</a:t>
                      </a:r>
                    </a:p>
                  </a:txBody>
                  <a:tcPr anchor="ctr" marL="109728" marR="91440" marT="27432" marB="27432">
                    <a:solidFill>
                      <a:srgbClr val="2E319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Secure staff login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Only authorised people access candidate data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Smart search &amp; filters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Find any document in seconds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Expiry alerts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Never miss a compliance / work-pass deadline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Candidate profiles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Every document for a person in one view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Audit log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Full compliance &amp; data-protection trail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Google Drive browsing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Familiar fallback access for staff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Global HR Staffing Services Pte., Ltd.  |  DMS Proposal (Confidential)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109728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293B"/>
                </a:solidFill>
                <a:latin typeface="Calibri"/>
              </a:rPr>
              <a:t>Technology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B75BB"/>
                </a:solidFill>
                <a:latin typeface="Calibri"/>
              </a:rPr>
              <a:t>Built on infrastructure trusted by global enterprises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Firebase (by Google) — secure, scalable backend for login and data.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Google Workspace Drive — business-grade file storage (2TB+, pooled).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Modern web app — works in any browser, nothing to install.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Role-based permissions &amp; security rules protect sensitive candidate data.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Hosted on Google Cloud — reliable, backed-up and continuously available.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93B"/>
                </a:solidFill>
                <a:latin typeface="Calibri"/>
              </a:rPr>
              <a:t>•  Designed with data-protection (PDPA / GDPR-style) compliance in mind.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Global HR Staffing Services Pte., Ltd.  |  DMS Proposal (Confidential)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109728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293B"/>
                </a:solidFill>
                <a:latin typeface="Calibri"/>
              </a:rPr>
              <a:t>Project Phases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B75BB"/>
                </a:solidFill>
                <a:latin typeface="Calibri"/>
              </a:rPr>
              <a:t>[EDIT: adjust durations to suit your schedule]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20240"/>
          <a:ext cx="105156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760720"/>
                <a:gridCol w="20116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 marL="109728" marR="91440" marT="27432" marB="27432">
                    <a:solidFill>
                      <a:srgbClr val="2E31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anchor="ctr" marL="109728" marR="91440" marT="27432" marB="27432">
                    <a:solidFill>
                      <a:srgbClr val="2E31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anchor="ctr" marL="109728" marR="91440" marT="27432" marB="27432">
                    <a:solidFill>
                      <a:srgbClr val="2E319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1. Setup &amp; Design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Firebase project, data model, UI design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[EDIT] wks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2. Core Application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Login, candidate records, upload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[EDIT] wks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3. Drive Integration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Secure file storage bridge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[EDIT] wks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4. Search &amp; Alerts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Filters, expiry tracking, dashboard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[EDIT] wks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5. Testing &amp; Launch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Testing, deployment, staff training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[EDIT] wks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Global HR Staffing Services Pte., Ltd.  |  DMS Proposal (Confidential)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109728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293B"/>
                </a:solidFill>
                <a:latin typeface="Calibri"/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B75BB"/>
                </a:solidFill>
                <a:latin typeface="Calibri"/>
              </a:rPr>
              <a:t>All amounts in SGD — [EDIT placeholder figures]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20240"/>
          <a:ext cx="10515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926080"/>
                <a:gridCol w="25603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 marL="109728" marR="91440" marT="27432" marB="27432">
                    <a:solidFill>
                      <a:srgbClr val="2E31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109728" marR="91440" marT="27432" marB="27432">
                    <a:solidFill>
                      <a:srgbClr val="2E31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Amount (SGD)</a:t>
                      </a:r>
                    </a:p>
                  </a:txBody>
                  <a:tcPr anchor="ctr" marL="109728" marR="91440" marT="27432" marB="27432">
                    <a:solidFill>
                      <a:srgbClr val="2E319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DMS design &amp; development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One-time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$[EDIT]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Google Workspace Business Standard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Per user / month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~$28*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Firebase (hosting + functions)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~$[EDIT] (low)</a:t>
                      </a:r>
                    </a:p>
                  </a:txBody>
                  <a:tcPr anchor="ctr" marL="109728" marR="9144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Support &amp; maintenance (optional)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93B"/>
                          </a:solidFill>
                          <a:latin typeface="Calibri"/>
                        </a:rPr>
                        <a:t>$[EDIT]</a:t>
                      </a:r>
                    </a:p>
                  </a:txBody>
                  <a:tcPr anchor="ctr" marL="109728" marR="91440" marT="27432" marB="27432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A5A5A"/>
                </a:solidFill>
                <a:latin typeface="Calibri"/>
              </a:rPr>
              <a:t>* Google Workspace is billed by Google per user. Storage is pooled across users, comfortably covering 1TB+ of documents. Firebase has a generous free tier; running costs stay low at typical agency volumes.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Global HR Staffing Services Pte., Ltd.  |  DMS Proposal (Confidential)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109728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293B"/>
                </a:solidFill>
                <a:latin typeface="Calibri"/>
              </a:rPr>
              <a:t>Why This Investment Pays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2293B"/>
                </a:solidFill>
                <a:latin typeface="Calibri"/>
              </a:rPr>
              <a:t>•  Saves hours of manual searching every week across the team.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2293B"/>
                </a:solidFill>
                <a:latin typeface="Calibri"/>
              </a:rPr>
              <a:t>•  Avoids costly compliance breaches, fines and reputational damage.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2293B"/>
                </a:solidFill>
                <a:latin typeface="Calibri"/>
              </a:rPr>
              <a:t>•  Protects the business against lost or orphaned documents.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2293B"/>
                </a:solidFill>
                <a:latin typeface="Calibri"/>
              </a:rPr>
              <a:t>•  Scales smoothly as the agency takes on more candidates and clients.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2293B"/>
                </a:solidFill>
                <a:latin typeface="Calibri"/>
              </a:rPr>
              <a:t>•  A professional, modern system that clients and candidates notice.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Global HR Staffing Services Pte., Ltd.  |  DMS Proposal (Confidential)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109728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293B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1.   Approve this proposal and confirm budget.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2.   Set up Google Workspace and the Firebase project.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3.   Begin Phase 1 — setup &amp; design.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22293B"/>
                </a:solidFill>
                <a:latin typeface="Calibri"/>
              </a:rPr>
              <a:t>4.   Agree review checkpoints for each phase.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Global HR Staffing Services Pte., Ltd.  |  DMS Proposal (Confidential)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0152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Aft>
                <a:spcPts val="20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Let's build a secure, scalable document system for Global HR.</a:t>
            </a:r>
          </a:p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CFD8F0"/>
                </a:solidFill>
                <a:latin typeface="Calibri"/>
              </a:rPr>
              <a:t>[EDIT: Your Name]  •  [EDIT: email]  •  [EDIT: 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